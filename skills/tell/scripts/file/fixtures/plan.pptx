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Quarterly Plan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Jane Roe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Goals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Ship the thing.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Risks</a:t>
            </a:r>
          </a:p>
          <a:p>
            <a:pPr lvl="0"/>
            <a:r>
              <a:rPr/>
              <a:t>one</a:t>
            </a:r>
          </a:p>
          <a:p>
            <a:pPr lvl="0"/>
            <a:r>
              <a:rPr/>
              <a:t>two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Quarterly Plan</dc:title>
  <dc:creator>Jane Roe</dc:creator>
  <cp:keywords/>
  <dcterms:created xsi:type="dcterms:W3CDTF">2026-09-25T14:43:52Z</dcterms:created>
  <dcterms:modified xsi:type="dcterms:W3CDTF">2026-09-25T14:43:52Z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